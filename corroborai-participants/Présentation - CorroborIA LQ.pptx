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40" r:id="rId5"/>
  </p:sldIdLst>
  <p:sldSz cx="12192000" cy="6858000"/>
  <p:notesSz cx="6858000" cy="9144000"/>
  <p:defaultTextStyle>
    <a:defPPr>
      <a:defRPr lang="fr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586BF9-6E32-1A39-0F9B-551D170CB729}" v="38" dt="2026-09-30T18:56:03.708"/>
    <p1510:client id="{AC856561-5C3E-4F8D-A677-3EDF04E81DE0}" v="410" dt="2026-10-01T13:25:42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 Christina" userId="S::christina.duong@loto-quebec.com::5f8b8c06-eb0d-4597-867a-9df05f4145f6" providerId="AD" clId="Web-{71586BF9-6E32-1A39-0F9B-551D170CB729}"/>
    <pc:docChg chg="modSld">
      <pc:chgData name="Duong Christina" userId="S::christina.duong@loto-quebec.com::5f8b8c06-eb0d-4597-867a-9df05f4145f6" providerId="AD" clId="Web-{71586BF9-6E32-1A39-0F9B-551D170CB729}" dt="2026-09-30T18:55:59.630" v="24" actId="20577"/>
      <pc:docMkLst>
        <pc:docMk/>
      </pc:docMkLst>
      <pc:sldChg chg="modSp">
        <pc:chgData name="Duong Christina" userId="S::christina.duong@loto-quebec.com::5f8b8c06-eb0d-4597-867a-9df05f4145f6" providerId="AD" clId="Web-{71586BF9-6E32-1A39-0F9B-551D170CB729}" dt="2026-09-30T18:55:59.630" v="24" actId="20577"/>
        <pc:sldMkLst>
          <pc:docMk/>
          <pc:sldMk cId="2598512980" sldId="527"/>
        </pc:sldMkLst>
        <pc:spChg chg="mod">
          <ac:chgData name="Duong Christina" userId="S::christina.duong@loto-quebec.com::5f8b8c06-eb0d-4597-867a-9df05f4145f6" providerId="AD" clId="Web-{71586BF9-6E32-1A39-0F9B-551D170CB729}" dt="2026-09-30T18:55:51.880" v="10" actId="20577"/>
          <ac:spMkLst>
            <pc:docMk/>
            <pc:sldMk cId="2598512980" sldId="527"/>
            <ac:spMk id="5" creationId="{0E96E60F-B4B2-446C-ABEB-7DE740E0C1A9}"/>
          </ac:spMkLst>
        </pc:spChg>
        <pc:spChg chg="mod">
          <ac:chgData name="Duong Christina" userId="S::christina.duong@loto-quebec.com::5f8b8c06-eb0d-4597-867a-9df05f4145f6" providerId="AD" clId="Web-{71586BF9-6E32-1A39-0F9B-551D170CB729}" dt="2026-09-30T18:55:59.630" v="24" actId="20577"/>
          <ac:spMkLst>
            <pc:docMk/>
            <pc:sldMk cId="2598512980" sldId="527"/>
            <ac:spMk id="23" creationId="{1C77FBE8-A5BA-4B85-A619-A5FE5F00155E}"/>
          </ac:spMkLst>
        </pc:spChg>
      </pc:sldChg>
    </pc:docChg>
  </pc:docChgLst>
  <pc:docChgLst>
    <pc:chgData name="Bertrand Sara" userId="S::sara.bertrand@loto-quebec.com::fd8debbe-bd22-4b52-a93a-e87102bba7eb" providerId="AD" clId="Web-{00000000-0000-0000-0000-000000000000}"/>
    <pc:docChg chg="addSld delSld modSld">
      <pc:chgData name="Bertrand Sara" userId="S::sara.bertrand@loto-quebec.com::fd8debbe-bd22-4b52-a93a-e87102bba7eb" providerId="AD" clId="Web-{00000000-0000-0000-0000-000000000000}" dt="2026-09-28T16:29:25.175" v="32" actId="20577"/>
      <pc:docMkLst>
        <pc:docMk/>
      </pc:docMkLst>
      <pc:sldMasterChg chg="addSldLayout">
        <pc:chgData name="Bertrand Sara" userId="S::sara.bertrand@loto-quebec.com::fd8debbe-bd22-4b52-a93a-e87102bba7eb" providerId="AD" clId="Web-{00000000-0000-0000-0000-000000000000}" dt="2026-09-28T16:28:47.659" v="4"/>
        <pc:sldMasterMkLst>
          <pc:docMk/>
          <pc:sldMasterMk cId="1907054791" sldId="2147483648"/>
        </pc:sldMasterMkLst>
        <pc:sldLayoutChg chg="add">
          <pc:chgData name="Bertrand Sara" userId="S::sara.bertrand@loto-quebec.com::fd8debbe-bd22-4b52-a93a-e87102bba7eb" providerId="AD" clId="Web-{00000000-0000-0000-0000-000000000000}" dt="2026-09-28T16:28:47.659" v="4"/>
          <pc:sldLayoutMkLst>
            <pc:docMk/>
            <pc:sldMasterMk cId="1907054791" sldId="2147483648"/>
            <pc:sldLayoutMk cId="2474039063" sldId="2147483660"/>
          </pc:sldLayoutMkLst>
        </pc:sldLayoutChg>
      </pc:sldMasterChg>
    </pc:docChg>
  </pc:docChgLst>
  <pc:docChgLst>
    <pc:chgData name="Bertrand Sara" userId="fd8debbe-bd22-4b52-a93a-e87102bba7eb" providerId="ADAL" clId="{28603045-2A4A-4903-9553-D5A126C3BE5E}"/>
    <pc:docChg chg="undo redo custSel addSld delSld modSld sldOrd">
      <pc:chgData name="Bertrand Sara" userId="fd8debbe-bd22-4b52-a93a-e87102bba7eb" providerId="ADAL" clId="{28603045-2A4A-4903-9553-D5A126C3BE5E}" dt="2026-10-01T13:25:42.502" v="411" actId="47"/>
      <pc:docMkLst>
        <pc:docMk/>
      </pc:docMkLst>
      <pc:sldChg chg="modSp del mod">
        <pc:chgData name="Bertrand Sara" userId="fd8debbe-bd22-4b52-a93a-e87102bba7eb" providerId="ADAL" clId="{28603045-2A4A-4903-9553-D5A126C3BE5E}" dt="2026-10-01T12:13:41.044" v="25"/>
        <pc:sldMkLst>
          <pc:docMk/>
          <pc:sldMk cId="2598512980" sldId="527"/>
        </pc:sldMkLst>
        <pc:spChg chg="mod">
          <ac:chgData name="Bertrand Sara" userId="fd8debbe-bd22-4b52-a93a-e87102bba7eb" providerId="ADAL" clId="{28603045-2A4A-4903-9553-D5A126C3BE5E}" dt="2026-10-01T12:01:03.276" v="0" actId="20577"/>
          <ac:spMkLst>
            <pc:docMk/>
            <pc:sldMk cId="2598512980" sldId="527"/>
            <ac:spMk id="15" creationId="{B2572F57-C403-4F76-A0C3-D729F3F142B8}"/>
          </ac:spMkLst>
        </pc:spChg>
      </pc:sldChg>
      <pc:sldChg chg="add del">
        <pc:chgData name="Bertrand Sara" userId="fd8debbe-bd22-4b52-a93a-e87102bba7eb" providerId="ADAL" clId="{28603045-2A4A-4903-9553-D5A126C3BE5E}" dt="2026-10-01T12:09:37.028" v="3"/>
        <pc:sldMkLst>
          <pc:docMk/>
          <pc:sldMk cId="1912507379" sldId="528"/>
        </pc:sldMkLst>
      </pc:sldChg>
      <pc:sldChg chg="delSp modSp add del mod">
        <pc:chgData name="Bertrand Sara" userId="fd8debbe-bd22-4b52-a93a-e87102bba7eb" providerId="ADAL" clId="{28603045-2A4A-4903-9553-D5A126C3BE5E}" dt="2026-10-01T12:09:57.557" v="17"/>
        <pc:sldMkLst>
          <pc:docMk/>
          <pc:sldMk cId="2960601295" sldId="529"/>
        </pc:sldMkLst>
        <pc:spChg chg="mod">
          <ac:chgData name="Bertrand Sara" userId="fd8debbe-bd22-4b52-a93a-e87102bba7eb" providerId="ADAL" clId="{28603045-2A4A-4903-9553-D5A126C3BE5E}" dt="2026-10-01T12:09:37.069" v="5"/>
          <ac:spMkLst>
            <pc:docMk/>
            <pc:sldMk cId="2960601295" sldId="529"/>
            <ac:spMk id="5" creationId="{0E96E60F-B4B2-446C-ABEB-7DE740E0C1A9}"/>
          </ac:spMkLst>
        </pc:spChg>
        <pc:spChg chg="mod">
          <ac:chgData name="Bertrand Sara" userId="fd8debbe-bd22-4b52-a93a-e87102bba7eb" providerId="ADAL" clId="{28603045-2A4A-4903-9553-D5A126C3BE5E}" dt="2026-10-01T12:09:37.073" v="7"/>
          <ac:spMkLst>
            <pc:docMk/>
            <pc:sldMk cId="2960601295" sldId="529"/>
            <ac:spMk id="8" creationId="{C158050A-E928-4CCD-B09F-F3D66132468F}"/>
          </ac:spMkLst>
        </pc:spChg>
        <pc:spChg chg="mod">
          <ac:chgData name="Bertrand Sara" userId="fd8debbe-bd22-4b52-a93a-e87102bba7eb" providerId="ADAL" clId="{28603045-2A4A-4903-9553-D5A126C3BE5E}" dt="2026-10-01T12:09:37.076" v="9"/>
          <ac:spMkLst>
            <pc:docMk/>
            <pc:sldMk cId="2960601295" sldId="529"/>
            <ac:spMk id="11" creationId="{879D7C49-499B-463A-85B4-BE1B77F7B41B}"/>
          </ac:spMkLst>
        </pc:spChg>
        <pc:spChg chg="mod">
          <ac:chgData name="Bertrand Sara" userId="fd8debbe-bd22-4b52-a93a-e87102bba7eb" providerId="ADAL" clId="{28603045-2A4A-4903-9553-D5A126C3BE5E}" dt="2026-10-01T12:09:37.078" v="11"/>
          <ac:spMkLst>
            <pc:docMk/>
            <pc:sldMk cId="2960601295" sldId="529"/>
            <ac:spMk id="14" creationId="{004CD5AE-ACEF-4A74-93C4-D1F18C18B398}"/>
          </ac:spMkLst>
        </pc:spChg>
        <pc:picChg chg="del">
          <ac:chgData name="Bertrand Sara" userId="fd8debbe-bd22-4b52-a93a-e87102bba7eb" providerId="ADAL" clId="{28603045-2A4A-4903-9553-D5A126C3BE5E}" dt="2026-10-01T12:09:53.916" v="12"/>
          <ac:picMkLst>
            <pc:docMk/>
            <pc:sldMk cId="2960601295" sldId="529"/>
            <ac:picMk id="19" creationId="{00000000-0000-0000-0000-000000000000}"/>
          </ac:picMkLst>
        </pc:picChg>
        <pc:picChg chg="del">
          <ac:chgData name="Bertrand Sara" userId="fd8debbe-bd22-4b52-a93a-e87102bba7eb" providerId="ADAL" clId="{28603045-2A4A-4903-9553-D5A126C3BE5E}" dt="2026-10-01T12:09:53.916" v="13"/>
          <ac:picMkLst>
            <pc:docMk/>
            <pc:sldMk cId="2960601295" sldId="529"/>
            <ac:picMk id="20" creationId="{00000000-0000-0000-0000-000000000000}"/>
          </ac:picMkLst>
        </pc:picChg>
        <pc:picChg chg="del">
          <ac:chgData name="Bertrand Sara" userId="fd8debbe-bd22-4b52-a93a-e87102bba7eb" providerId="ADAL" clId="{28603045-2A4A-4903-9553-D5A126C3BE5E}" dt="2026-10-01T12:09:53.917" v="14"/>
          <ac:picMkLst>
            <pc:docMk/>
            <pc:sldMk cId="2960601295" sldId="529"/>
            <ac:picMk id="21" creationId="{00000000-0000-0000-0000-000000000000}"/>
          </ac:picMkLst>
        </pc:picChg>
        <pc:picChg chg="del">
          <ac:chgData name="Bertrand Sara" userId="fd8debbe-bd22-4b52-a93a-e87102bba7eb" providerId="ADAL" clId="{28603045-2A4A-4903-9553-D5A126C3BE5E}" dt="2026-10-01T12:09:53.917" v="15"/>
          <ac:picMkLst>
            <pc:docMk/>
            <pc:sldMk cId="2960601295" sldId="529"/>
            <ac:picMk id="22" creationId="{00000000-0000-0000-0000-000000000000}"/>
          </ac:picMkLst>
        </pc:picChg>
      </pc:sldChg>
      <pc:sldChg chg="add del">
        <pc:chgData name="Bertrand Sara" userId="fd8debbe-bd22-4b52-a93a-e87102bba7eb" providerId="ADAL" clId="{28603045-2A4A-4903-9553-D5A126C3BE5E}" dt="2026-10-01T12:09:58.771" v="19"/>
        <pc:sldMkLst>
          <pc:docMk/>
          <pc:sldMk cId="1027328039" sldId="530"/>
        </pc:sldMkLst>
      </pc:sldChg>
      <pc:sldChg chg="add del">
        <pc:chgData name="Bertrand Sara" userId="fd8debbe-bd22-4b52-a93a-e87102bba7eb" providerId="ADAL" clId="{28603045-2A4A-4903-9553-D5A126C3BE5E}" dt="2026-10-01T12:10:00.003" v="21"/>
        <pc:sldMkLst>
          <pc:docMk/>
          <pc:sldMk cId="2116843724" sldId="531"/>
        </pc:sldMkLst>
      </pc:sldChg>
      <pc:sldChg chg="add del">
        <pc:chgData name="Bertrand Sara" userId="fd8debbe-bd22-4b52-a93a-e87102bba7eb" providerId="ADAL" clId="{28603045-2A4A-4903-9553-D5A126C3BE5E}" dt="2026-10-01T12:10:01.280" v="23"/>
        <pc:sldMkLst>
          <pc:docMk/>
          <pc:sldMk cId="3819725364" sldId="532"/>
        </pc:sldMkLst>
      </pc:sldChg>
      <pc:sldChg chg="add del">
        <pc:chgData name="Bertrand Sara" userId="fd8debbe-bd22-4b52-a93a-e87102bba7eb" providerId="ADAL" clId="{28603045-2A4A-4903-9553-D5A126C3BE5E}" dt="2026-10-01T12:13:53.315" v="52"/>
        <pc:sldMkLst>
          <pc:docMk/>
          <pc:sldMk cId="2552749358" sldId="533"/>
        </pc:sldMkLst>
      </pc:sldChg>
      <pc:sldChg chg="modSp add del mod">
        <pc:chgData name="Bertrand Sara" userId="fd8debbe-bd22-4b52-a93a-e87102bba7eb" providerId="ADAL" clId="{28603045-2A4A-4903-9553-D5A126C3BE5E}" dt="2026-10-01T12:13:45.725" v="45"/>
        <pc:sldMkLst>
          <pc:docMk/>
          <pc:sldMk cId="3821675994" sldId="534"/>
        </pc:sldMkLst>
        <pc:spChg chg="mod">
          <ac:chgData name="Bertrand Sara" userId="fd8debbe-bd22-4b52-a93a-e87102bba7eb" providerId="ADAL" clId="{28603045-2A4A-4903-9553-D5A126C3BE5E}" dt="2026-10-01T12:13:41.072" v="27"/>
          <ac:spMkLst>
            <pc:docMk/>
            <pc:sldMk cId="3821675994" sldId="534"/>
            <ac:spMk id="5" creationId="{0E96E60F-B4B2-446C-ABEB-7DE740E0C1A9}"/>
          </ac:spMkLst>
        </pc:spChg>
        <pc:spChg chg="mod">
          <ac:chgData name="Bertrand Sara" userId="fd8debbe-bd22-4b52-a93a-e87102bba7eb" providerId="ADAL" clId="{28603045-2A4A-4903-9553-D5A126C3BE5E}" dt="2026-10-01T12:13:41.076" v="29"/>
          <ac:spMkLst>
            <pc:docMk/>
            <pc:sldMk cId="3821675994" sldId="534"/>
            <ac:spMk id="8" creationId="{C158050A-E928-4CCD-B09F-F3D66132468F}"/>
          </ac:spMkLst>
        </pc:spChg>
        <pc:spChg chg="mod">
          <ac:chgData name="Bertrand Sara" userId="fd8debbe-bd22-4b52-a93a-e87102bba7eb" providerId="ADAL" clId="{28603045-2A4A-4903-9553-D5A126C3BE5E}" dt="2026-10-01T12:13:41.078" v="31"/>
          <ac:spMkLst>
            <pc:docMk/>
            <pc:sldMk cId="3821675994" sldId="534"/>
            <ac:spMk id="11" creationId="{879D7C49-499B-463A-85B4-BE1B77F7B41B}"/>
          </ac:spMkLst>
        </pc:spChg>
        <pc:spChg chg="mod">
          <ac:chgData name="Bertrand Sara" userId="fd8debbe-bd22-4b52-a93a-e87102bba7eb" providerId="ADAL" clId="{28603045-2A4A-4903-9553-D5A126C3BE5E}" dt="2026-10-01T12:13:41.080" v="33"/>
          <ac:spMkLst>
            <pc:docMk/>
            <pc:sldMk cId="3821675994" sldId="534"/>
            <ac:spMk id="14" creationId="{004CD5AE-ACEF-4A74-93C4-D1F18C18B398}"/>
          </ac:spMkLst>
        </pc:spChg>
        <pc:spChg chg="mod">
          <ac:chgData name="Bertrand Sara" userId="fd8debbe-bd22-4b52-a93a-e87102bba7eb" providerId="ADAL" clId="{28603045-2A4A-4903-9553-D5A126C3BE5E}" dt="2026-10-01T12:13:41.082" v="35"/>
          <ac:spMkLst>
            <pc:docMk/>
            <pc:sldMk cId="3821675994" sldId="534"/>
            <ac:spMk id="15" creationId="{B2572F57-C403-4F76-A0C3-D729F3F142B8}"/>
          </ac:spMkLst>
        </pc:spChg>
        <pc:spChg chg="mod">
          <ac:chgData name="Bertrand Sara" userId="fd8debbe-bd22-4b52-a93a-e87102bba7eb" providerId="ADAL" clId="{28603045-2A4A-4903-9553-D5A126C3BE5E}" dt="2026-10-01T12:13:41.082" v="37"/>
          <ac:spMkLst>
            <pc:docMk/>
            <pc:sldMk cId="3821675994" sldId="534"/>
            <ac:spMk id="44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3:41.084" v="39"/>
          <ac:spMkLst>
            <pc:docMk/>
            <pc:sldMk cId="3821675994" sldId="534"/>
            <ac:spMk id="45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3:41.084" v="41"/>
          <ac:spMkLst>
            <pc:docMk/>
            <pc:sldMk cId="3821675994" sldId="534"/>
            <ac:spMk id="46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3:41.086" v="43"/>
          <ac:spMkLst>
            <pc:docMk/>
            <pc:sldMk cId="3821675994" sldId="534"/>
            <ac:spMk id="47" creationId="{00000000-0000-0000-0000-000000000000}"/>
          </ac:spMkLst>
        </pc:spChg>
      </pc:sldChg>
      <pc:sldChg chg="add del">
        <pc:chgData name="Bertrand Sara" userId="fd8debbe-bd22-4b52-a93a-e87102bba7eb" providerId="ADAL" clId="{28603045-2A4A-4903-9553-D5A126C3BE5E}" dt="2026-10-01T12:13:47.053" v="47"/>
        <pc:sldMkLst>
          <pc:docMk/>
          <pc:sldMk cId="1555448707" sldId="535"/>
        </pc:sldMkLst>
      </pc:sldChg>
      <pc:sldChg chg="add del">
        <pc:chgData name="Bertrand Sara" userId="fd8debbe-bd22-4b52-a93a-e87102bba7eb" providerId="ADAL" clId="{28603045-2A4A-4903-9553-D5A126C3BE5E}" dt="2026-10-01T12:13:48.263" v="49"/>
        <pc:sldMkLst>
          <pc:docMk/>
          <pc:sldMk cId="1017062521" sldId="536"/>
        </pc:sldMkLst>
      </pc:sldChg>
      <pc:sldChg chg="add del">
        <pc:chgData name="Bertrand Sara" userId="fd8debbe-bd22-4b52-a93a-e87102bba7eb" providerId="ADAL" clId="{28603045-2A4A-4903-9553-D5A126C3BE5E}" dt="2026-10-01T12:13:49.492" v="51"/>
        <pc:sldMkLst>
          <pc:docMk/>
          <pc:sldMk cId="73900516" sldId="537"/>
        </pc:sldMkLst>
      </pc:sldChg>
      <pc:sldChg chg="modSp add del mod">
        <pc:chgData name="Bertrand Sara" userId="fd8debbe-bd22-4b52-a93a-e87102bba7eb" providerId="ADAL" clId="{28603045-2A4A-4903-9553-D5A126C3BE5E}" dt="2026-10-01T12:17:10.663" v="227"/>
        <pc:sldMkLst>
          <pc:docMk/>
          <pc:sldMk cId="2852128380" sldId="538"/>
        </pc:sldMkLst>
        <pc:spChg chg="mod">
          <ac:chgData name="Bertrand Sara" userId="fd8debbe-bd22-4b52-a93a-e87102bba7eb" providerId="ADAL" clId="{28603045-2A4A-4903-9553-D5A126C3BE5E}" dt="2026-10-01T12:15:16.443" v="140"/>
          <ac:spMkLst>
            <pc:docMk/>
            <pc:sldMk cId="2852128380" sldId="538"/>
            <ac:spMk id="2" creationId="{F1DE201F-95DD-634C-979E-1D6D5F23EE65}"/>
          </ac:spMkLst>
        </pc:spChg>
        <pc:spChg chg="mod">
          <ac:chgData name="Bertrand Sara" userId="fd8debbe-bd22-4b52-a93a-e87102bba7eb" providerId="ADAL" clId="{28603045-2A4A-4903-9553-D5A126C3BE5E}" dt="2026-10-01T12:15:16.448" v="148"/>
          <ac:spMkLst>
            <pc:docMk/>
            <pc:sldMk cId="2852128380" sldId="538"/>
            <ac:spMk id="3" creationId="{47C8567E-E292-4E46-9264-12CE279897A5}"/>
          </ac:spMkLst>
        </pc:spChg>
        <pc:spChg chg="mod">
          <ac:chgData name="Bertrand Sara" userId="fd8debbe-bd22-4b52-a93a-e87102bba7eb" providerId="ADAL" clId="{28603045-2A4A-4903-9553-D5A126C3BE5E}" dt="2026-10-01T12:15:16.474" v="178"/>
          <ac:spMkLst>
            <pc:docMk/>
            <pc:sldMk cId="2852128380" sldId="538"/>
            <ac:spMk id="5" creationId="{0E96E60F-B4B2-446C-ABEB-7DE740E0C1A9}"/>
          </ac:spMkLst>
        </pc:spChg>
        <pc:spChg chg="mod">
          <ac:chgData name="Bertrand Sara" userId="fd8debbe-bd22-4b52-a93a-e87102bba7eb" providerId="ADAL" clId="{28603045-2A4A-4903-9553-D5A126C3BE5E}" dt="2026-10-01T12:15:16.454" v="156"/>
          <ac:spMkLst>
            <pc:docMk/>
            <pc:sldMk cId="2852128380" sldId="538"/>
            <ac:spMk id="6" creationId="{F06DA121-7B82-4BAD-B266-5CFCC0C2FCCC}"/>
          </ac:spMkLst>
        </pc:spChg>
        <pc:spChg chg="mod">
          <ac:chgData name="Bertrand Sara" userId="fd8debbe-bd22-4b52-a93a-e87102bba7eb" providerId="ADAL" clId="{28603045-2A4A-4903-9553-D5A126C3BE5E}" dt="2026-10-01T12:15:16.450" v="150"/>
          <ac:spMkLst>
            <pc:docMk/>
            <pc:sldMk cId="2852128380" sldId="538"/>
            <ac:spMk id="7" creationId="{ECD783EA-07FE-4C8D-BDA3-F96EAEB4B56E}"/>
          </ac:spMkLst>
        </pc:spChg>
        <pc:spChg chg="mod">
          <ac:chgData name="Bertrand Sara" userId="fd8debbe-bd22-4b52-a93a-e87102bba7eb" providerId="ADAL" clId="{28603045-2A4A-4903-9553-D5A126C3BE5E}" dt="2026-10-01T12:15:16.475" v="180"/>
          <ac:spMkLst>
            <pc:docMk/>
            <pc:sldMk cId="2852128380" sldId="538"/>
            <ac:spMk id="8" creationId="{C158050A-E928-4CCD-B09F-F3D66132468F}"/>
          </ac:spMkLst>
        </pc:spChg>
        <pc:spChg chg="mod">
          <ac:chgData name="Bertrand Sara" userId="fd8debbe-bd22-4b52-a93a-e87102bba7eb" providerId="ADAL" clId="{28603045-2A4A-4903-9553-D5A126C3BE5E}" dt="2026-10-01T12:15:16.456" v="158"/>
          <ac:spMkLst>
            <pc:docMk/>
            <pc:sldMk cId="2852128380" sldId="538"/>
            <ac:spMk id="9" creationId="{8BC5901A-288F-48A7-B47C-5F3ED0201BED}"/>
          </ac:spMkLst>
        </pc:spChg>
        <pc:spChg chg="mod">
          <ac:chgData name="Bertrand Sara" userId="fd8debbe-bd22-4b52-a93a-e87102bba7eb" providerId="ADAL" clId="{28603045-2A4A-4903-9553-D5A126C3BE5E}" dt="2026-10-01T12:15:16.451" v="152"/>
          <ac:spMkLst>
            <pc:docMk/>
            <pc:sldMk cId="2852128380" sldId="538"/>
            <ac:spMk id="10" creationId="{8127B422-2611-4C4B-A3B0-D5E2524CCDA9}"/>
          </ac:spMkLst>
        </pc:spChg>
        <pc:spChg chg="mod">
          <ac:chgData name="Bertrand Sara" userId="fd8debbe-bd22-4b52-a93a-e87102bba7eb" providerId="ADAL" clId="{28603045-2A4A-4903-9553-D5A126C3BE5E}" dt="2026-10-01T12:15:16.477" v="182"/>
          <ac:spMkLst>
            <pc:docMk/>
            <pc:sldMk cId="2852128380" sldId="538"/>
            <ac:spMk id="11" creationId="{879D7C49-499B-463A-85B4-BE1B77F7B41B}"/>
          </ac:spMkLst>
        </pc:spChg>
        <pc:spChg chg="mod">
          <ac:chgData name="Bertrand Sara" userId="fd8debbe-bd22-4b52-a93a-e87102bba7eb" providerId="ADAL" clId="{28603045-2A4A-4903-9553-D5A126C3BE5E}" dt="2026-10-01T12:15:16.458" v="160"/>
          <ac:spMkLst>
            <pc:docMk/>
            <pc:sldMk cId="2852128380" sldId="538"/>
            <ac:spMk id="12" creationId="{206A011D-6314-480E-B4B0-53542353512E}"/>
          </ac:spMkLst>
        </pc:spChg>
        <pc:spChg chg="mod">
          <ac:chgData name="Bertrand Sara" userId="fd8debbe-bd22-4b52-a93a-e87102bba7eb" providerId="ADAL" clId="{28603045-2A4A-4903-9553-D5A126C3BE5E}" dt="2026-10-01T12:15:16.453" v="154"/>
          <ac:spMkLst>
            <pc:docMk/>
            <pc:sldMk cId="2852128380" sldId="538"/>
            <ac:spMk id="13" creationId="{F4EEC255-49E5-41E9-84A5-1E0F5D346933}"/>
          </ac:spMkLst>
        </pc:spChg>
        <pc:spChg chg="mod">
          <ac:chgData name="Bertrand Sara" userId="fd8debbe-bd22-4b52-a93a-e87102bba7eb" providerId="ADAL" clId="{28603045-2A4A-4903-9553-D5A126C3BE5E}" dt="2026-10-01T12:15:16.478" v="184"/>
          <ac:spMkLst>
            <pc:docMk/>
            <pc:sldMk cId="2852128380" sldId="538"/>
            <ac:spMk id="14" creationId="{004CD5AE-ACEF-4A74-93C4-D1F18C18B398}"/>
          </ac:spMkLst>
        </pc:spChg>
        <pc:spChg chg="mod">
          <ac:chgData name="Bertrand Sara" userId="fd8debbe-bd22-4b52-a93a-e87102bba7eb" providerId="ADAL" clId="{28603045-2A4A-4903-9553-D5A126C3BE5E}" dt="2026-10-01T12:15:16.512" v="224"/>
          <ac:spMkLst>
            <pc:docMk/>
            <pc:sldMk cId="2852128380" sldId="538"/>
            <ac:spMk id="15" creationId="{B2572F57-C403-4F76-A0C3-D729F3F142B8}"/>
          </ac:spMkLst>
        </pc:spChg>
        <pc:spChg chg="mod">
          <ac:chgData name="Bertrand Sara" userId="fd8debbe-bd22-4b52-a93a-e87102bba7eb" providerId="ADAL" clId="{28603045-2A4A-4903-9553-D5A126C3BE5E}" dt="2026-10-01T12:15:16.444" v="142"/>
          <ac:spMkLst>
            <pc:docMk/>
            <pc:sldMk cId="2852128380" sldId="538"/>
            <ac:spMk id="23" creationId="{1C77FBE8-A5BA-4B85-A619-A5FE5F00155E}"/>
          </ac:spMkLst>
        </pc:spChg>
        <pc:spChg chg="mod">
          <ac:chgData name="Bertrand Sara" userId="fd8debbe-bd22-4b52-a93a-e87102bba7eb" providerId="ADAL" clId="{28603045-2A4A-4903-9553-D5A126C3BE5E}" dt="2026-10-01T12:15:16.483" v="186"/>
          <ac:spMkLst>
            <pc:docMk/>
            <pc:sldMk cId="2852128380" sldId="538"/>
            <ac:spMk id="40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83" v="188"/>
          <ac:spMkLst>
            <pc:docMk/>
            <pc:sldMk cId="2852128380" sldId="538"/>
            <ac:spMk id="41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87" v="190"/>
          <ac:spMkLst>
            <pc:docMk/>
            <pc:sldMk cId="2852128380" sldId="538"/>
            <ac:spMk id="42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89" v="192"/>
          <ac:spMkLst>
            <pc:docMk/>
            <pc:sldMk cId="2852128380" sldId="538"/>
            <ac:spMk id="43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508" v="216"/>
          <ac:spMkLst>
            <pc:docMk/>
            <pc:sldMk cId="2852128380" sldId="538"/>
            <ac:spMk id="44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509" v="218"/>
          <ac:spMkLst>
            <pc:docMk/>
            <pc:sldMk cId="2852128380" sldId="538"/>
            <ac:spMk id="45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510" v="220"/>
          <ac:spMkLst>
            <pc:docMk/>
            <pc:sldMk cId="2852128380" sldId="538"/>
            <ac:spMk id="46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511" v="222"/>
          <ac:spMkLst>
            <pc:docMk/>
            <pc:sldMk cId="2852128380" sldId="538"/>
            <ac:spMk id="47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91" v="194"/>
          <ac:spMkLst>
            <pc:docMk/>
            <pc:sldMk cId="2852128380" sldId="538"/>
            <ac:spMk id="48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92" v="196"/>
          <ac:spMkLst>
            <pc:docMk/>
            <pc:sldMk cId="2852128380" sldId="538"/>
            <ac:spMk id="49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93" v="198"/>
          <ac:spMkLst>
            <pc:docMk/>
            <pc:sldMk cId="2852128380" sldId="538"/>
            <ac:spMk id="50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45" v="144"/>
          <ac:spMkLst>
            <pc:docMk/>
            <pc:sldMk cId="2852128380" sldId="538"/>
            <ac:spMk id="60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5:16.447" v="146"/>
          <ac:spMkLst>
            <pc:docMk/>
            <pc:sldMk cId="2852128380" sldId="538"/>
            <ac:spMk id="61" creationId="{00000000-0000-0000-0000-000000000000}"/>
          </ac:spMkLst>
        </pc:spChg>
        <pc:picChg chg="mod">
          <ac:chgData name="Bertrand Sara" userId="fd8debbe-bd22-4b52-a93a-e87102bba7eb" providerId="ADAL" clId="{28603045-2A4A-4903-9553-D5A126C3BE5E}" dt="2026-10-01T12:15:16.461" v="164"/>
          <ac:picMkLst>
            <pc:docMk/>
            <pc:sldMk cId="2852128380" sldId="538"/>
            <ac:picMk id="19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15:16.465" v="168"/>
          <ac:picMkLst>
            <pc:docMk/>
            <pc:sldMk cId="2852128380" sldId="538"/>
            <ac:picMk id="20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15:16.468" v="172"/>
          <ac:picMkLst>
            <pc:docMk/>
            <pc:sldMk cId="2852128380" sldId="538"/>
            <ac:picMk id="21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15:16.471" v="176"/>
          <ac:picMkLst>
            <pc:docMk/>
            <pc:sldMk cId="2852128380" sldId="538"/>
            <ac:picMk id="22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15:16.496" v="202"/>
          <ac:picMkLst>
            <pc:docMk/>
            <pc:sldMk cId="2852128380" sldId="538"/>
            <ac:picMk id="62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15:16.499" v="206"/>
          <ac:picMkLst>
            <pc:docMk/>
            <pc:sldMk cId="2852128380" sldId="538"/>
            <ac:picMk id="63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15:16.502" v="210"/>
          <ac:picMkLst>
            <pc:docMk/>
            <pc:sldMk cId="2852128380" sldId="538"/>
            <ac:picMk id="64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15:16.506" v="214"/>
          <ac:picMkLst>
            <pc:docMk/>
            <pc:sldMk cId="2852128380" sldId="538"/>
            <ac:picMk id="65" creationId="{00000000-0000-0000-0000-000000000000}"/>
          </ac:picMkLst>
        </pc:picChg>
      </pc:sldChg>
      <pc:sldChg chg="addSp modSp add del mod ord">
        <pc:chgData name="Bertrand Sara" userId="fd8debbe-bd22-4b52-a93a-e87102bba7eb" providerId="ADAL" clId="{28603045-2A4A-4903-9553-D5A126C3BE5E}" dt="2026-10-01T13:25:42.502" v="411" actId="47"/>
        <pc:sldMkLst>
          <pc:docMk/>
          <pc:sldMk cId="2409309670" sldId="539"/>
        </pc:sldMkLst>
        <pc:spChg chg="mod">
          <ac:chgData name="Bertrand Sara" userId="fd8debbe-bd22-4b52-a93a-e87102bba7eb" providerId="ADAL" clId="{28603045-2A4A-4903-9553-D5A126C3BE5E}" dt="2026-10-01T12:27:36.445" v="407" actId="20577"/>
          <ac:spMkLst>
            <pc:docMk/>
            <pc:sldMk cId="2409309670" sldId="539"/>
            <ac:spMk id="2" creationId="{F1DE201F-95DD-634C-979E-1D6D5F23EE65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3" creationId="{47C8567E-E292-4E46-9264-12CE279897A5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5" creationId="{0E96E60F-B4B2-446C-ABEB-7DE740E0C1A9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6" creationId="{F06DA121-7B82-4BAD-B266-5CFCC0C2FCCC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7" creationId="{ECD783EA-07FE-4C8D-BDA3-F96EAEB4B56E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8" creationId="{C158050A-E928-4CCD-B09F-F3D66132468F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9" creationId="{8BC5901A-288F-48A7-B47C-5F3ED0201BED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10" creationId="{8127B422-2611-4C4B-A3B0-D5E2524CCDA9}"/>
          </ac:spMkLst>
        </pc:spChg>
        <pc:spChg chg="mod">
          <ac:chgData name="Bertrand Sara" userId="fd8debbe-bd22-4b52-a93a-e87102bba7eb" providerId="ADAL" clId="{28603045-2A4A-4903-9553-D5A126C3BE5E}" dt="2026-10-01T12:19:25.493" v="244" actId="164"/>
          <ac:spMkLst>
            <pc:docMk/>
            <pc:sldMk cId="2409309670" sldId="539"/>
            <ac:spMk id="11" creationId="{879D7C49-499B-463A-85B4-BE1B77F7B41B}"/>
          </ac:spMkLst>
        </pc:spChg>
        <pc:spChg chg="mod">
          <ac:chgData name="Bertrand Sara" userId="fd8debbe-bd22-4b52-a93a-e87102bba7eb" providerId="ADAL" clId="{28603045-2A4A-4903-9553-D5A126C3BE5E}" dt="2026-10-01T12:19:18.411" v="243" actId="14100"/>
          <ac:spMkLst>
            <pc:docMk/>
            <pc:sldMk cId="2409309670" sldId="539"/>
            <ac:spMk id="13" creationId="{F4EEC255-49E5-41E9-84A5-1E0F5D346933}"/>
          </ac:spMkLst>
        </pc:spChg>
        <pc:spChg chg="mod">
          <ac:chgData name="Bertrand Sara" userId="fd8debbe-bd22-4b52-a93a-e87102bba7eb" providerId="ADAL" clId="{28603045-2A4A-4903-9553-D5A126C3BE5E}" dt="2026-10-01T12:25:09.169" v="387" actId="20577"/>
          <ac:spMkLst>
            <pc:docMk/>
            <pc:sldMk cId="2409309670" sldId="539"/>
            <ac:spMk id="14" creationId="{004CD5AE-ACEF-4A74-93C4-D1F18C18B398}"/>
          </ac:spMkLst>
        </pc:spChg>
        <pc:spChg chg="mod">
          <ac:chgData name="Bertrand Sara" userId="fd8debbe-bd22-4b52-a93a-e87102bba7eb" providerId="ADAL" clId="{28603045-2A4A-4903-9553-D5A126C3BE5E}" dt="2026-10-01T12:25:18.842" v="397" actId="113"/>
          <ac:spMkLst>
            <pc:docMk/>
            <pc:sldMk cId="2409309670" sldId="539"/>
            <ac:spMk id="15" creationId="{B2572F57-C403-4F76-A0C3-D729F3F142B8}"/>
          </ac:spMkLst>
        </pc:spChg>
        <pc:spChg chg="add mod">
          <ac:chgData name="Bertrand Sara" userId="fd8debbe-bd22-4b52-a93a-e87102bba7eb" providerId="ADAL" clId="{28603045-2A4A-4903-9553-D5A126C3BE5E}" dt="2026-10-01T12:23:15.523" v="329" actId="1076"/>
          <ac:spMkLst>
            <pc:docMk/>
            <pc:sldMk cId="2409309670" sldId="539"/>
            <ac:spMk id="24" creationId="{EE0150CC-3AAE-7855-7478-1C29E3986C03}"/>
          </ac:spMkLst>
        </pc:spChg>
        <pc:spChg chg="mod">
          <ac:chgData name="Bertrand Sara" userId="fd8debbe-bd22-4b52-a93a-e87102bba7eb" providerId="ADAL" clId="{28603045-2A4A-4903-9553-D5A126C3BE5E}" dt="2026-10-01T12:24:04.514" v="346" actId="1035"/>
          <ac:spMkLst>
            <pc:docMk/>
            <pc:sldMk cId="2409309670" sldId="539"/>
            <ac:spMk id="40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24:18.424" v="382" actId="14100"/>
          <ac:spMkLst>
            <pc:docMk/>
            <pc:sldMk cId="2409309670" sldId="539"/>
            <ac:spMk id="41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24:24.319" v="383" actId="14100"/>
          <ac:spMkLst>
            <pc:docMk/>
            <pc:sldMk cId="2409309670" sldId="539"/>
            <ac:spMk id="42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24:26.969" v="384" actId="14100"/>
          <ac:spMkLst>
            <pc:docMk/>
            <pc:sldMk cId="2409309670" sldId="539"/>
            <ac:spMk id="43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9:01.352" v="238" actId="164"/>
          <ac:spMkLst>
            <pc:docMk/>
            <pc:sldMk cId="2409309670" sldId="539"/>
            <ac:spMk id="44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24:39.308" v="385" actId="20577"/>
          <ac:spMkLst>
            <pc:docMk/>
            <pc:sldMk cId="2409309670" sldId="539"/>
            <ac:spMk id="45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9:01.352" v="238" actId="164"/>
          <ac:spMkLst>
            <pc:docMk/>
            <pc:sldMk cId="2409309670" sldId="539"/>
            <ac:spMk id="46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24:52.385" v="386" actId="20577"/>
          <ac:spMkLst>
            <pc:docMk/>
            <pc:sldMk cId="2409309670" sldId="539"/>
            <ac:spMk id="47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8:51.085" v="236" actId="164"/>
          <ac:spMkLst>
            <pc:docMk/>
            <pc:sldMk cId="2409309670" sldId="539"/>
            <ac:spMk id="48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8:51.085" v="236" actId="164"/>
          <ac:spMkLst>
            <pc:docMk/>
            <pc:sldMk cId="2409309670" sldId="539"/>
            <ac:spMk id="49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8:51.085" v="236" actId="164"/>
          <ac:spMkLst>
            <pc:docMk/>
            <pc:sldMk cId="2409309670" sldId="539"/>
            <ac:spMk id="50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9:38.749" v="251" actId="1076"/>
          <ac:spMkLst>
            <pc:docMk/>
            <pc:sldMk cId="2409309670" sldId="539"/>
            <ac:spMk id="60" creationId="{00000000-0000-0000-0000-000000000000}"/>
          </ac:spMkLst>
        </pc:spChg>
        <pc:spChg chg="mod">
          <ac:chgData name="Bertrand Sara" userId="fd8debbe-bd22-4b52-a93a-e87102bba7eb" providerId="ADAL" clId="{28603045-2A4A-4903-9553-D5A126C3BE5E}" dt="2026-10-01T12:19:44.693" v="254" actId="1076"/>
          <ac:spMkLst>
            <pc:docMk/>
            <pc:sldMk cId="2409309670" sldId="539"/>
            <ac:spMk id="61" creationId="{00000000-0000-0000-0000-000000000000}"/>
          </ac:spMkLst>
        </pc:spChg>
        <pc:grpChg chg="mod ord">
          <ac:chgData name="Bertrand Sara" userId="fd8debbe-bd22-4b52-a93a-e87102bba7eb" providerId="ADAL" clId="{28603045-2A4A-4903-9553-D5A126C3BE5E}" dt="2026-10-01T12:19:01.352" v="238" actId="164"/>
          <ac:grpSpMkLst>
            <pc:docMk/>
            <pc:sldMk cId="2409309670" sldId="539"/>
            <ac:grpSpMk id="4" creationId="{56A20E70-6307-FC9B-74C3-8994518DDCFA}"/>
          </ac:grpSpMkLst>
        </pc:grpChg>
        <pc:grpChg chg="add mod">
          <ac:chgData name="Bertrand Sara" userId="fd8debbe-bd22-4b52-a93a-e87102bba7eb" providerId="ADAL" clId="{28603045-2A4A-4903-9553-D5A126C3BE5E}" dt="2026-10-01T12:23:22.270" v="331" actId="1076"/>
          <ac:grpSpMkLst>
            <pc:docMk/>
            <pc:sldMk cId="2409309670" sldId="539"/>
            <ac:grpSpMk id="16" creationId="{1FFB75ED-5482-FE59-0711-0D0DB28EFD67}"/>
          </ac:grpSpMkLst>
        </pc:grpChg>
        <pc:grpChg chg="mod">
          <ac:chgData name="Bertrand Sara" userId="fd8debbe-bd22-4b52-a93a-e87102bba7eb" providerId="ADAL" clId="{28603045-2A4A-4903-9553-D5A126C3BE5E}" dt="2026-10-01T12:23:20.068" v="330" actId="1076"/>
          <ac:grpSpMkLst>
            <pc:docMk/>
            <pc:sldMk cId="2409309670" sldId="539"/>
            <ac:grpSpMk id="17" creationId="{33D7CFDD-373E-3F95-4B06-18ACC8C037F6}"/>
          </ac:grpSpMkLst>
        </pc:grpChg>
        <pc:picChg chg="mod">
          <ac:chgData name="Bertrand Sara" userId="fd8debbe-bd22-4b52-a93a-e87102bba7eb" providerId="ADAL" clId="{28603045-2A4A-4903-9553-D5A126C3BE5E}" dt="2026-10-01T12:24:07.528" v="354" actId="1035"/>
          <ac:picMkLst>
            <pc:docMk/>
            <pc:sldMk cId="2409309670" sldId="539"/>
            <ac:picMk id="62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24:09.113" v="360" actId="1036"/>
          <ac:picMkLst>
            <pc:docMk/>
            <pc:sldMk cId="2409309670" sldId="539"/>
            <ac:picMk id="63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24:13.037" v="374" actId="1036"/>
          <ac:picMkLst>
            <pc:docMk/>
            <pc:sldMk cId="2409309670" sldId="539"/>
            <ac:picMk id="64" creationId="{00000000-0000-0000-0000-000000000000}"/>
          </ac:picMkLst>
        </pc:picChg>
        <pc:picChg chg="mod">
          <ac:chgData name="Bertrand Sara" userId="fd8debbe-bd22-4b52-a93a-e87102bba7eb" providerId="ADAL" clId="{28603045-2A4A-4903-9553-D5A126C3BE5E}" dt="2026-10-01T12:24:14.760" v="381" actId="1036"/>
          <ac:picMkLst>
            <pc:docMk/>
            <pc:sldMk cId="2409309670" sldId="539"/>
            <ac:picMk id="65" creationId="{00000000-0000-0000-0000-000000000000}"/>
          </ac:picMkLst>
        </pc:picChg>
        <pc:cxnChg chg="add">
          <ac:chgData name="Bertrand Sara" userId="fd8debbe-bd22-4b52-a93a-e87102bba7eb" providerId="ADAL" clId="{28603045-2A4A-4903-9553-D5A126C3BE5E}" dt="2026-10-01T12:25:29.707" v="398" actId="11529"/>
          <ac:cxnSpMkLst>
            <pc:docMk/>
            <pc:sldMk cId="2409309670" sldId="539"/>
            <ac:cxnSpMk id="26" creationId="{EA72B5F8-76D8-CC0D-3948-BB3AE2821C5E}"/>
          </ac:cxnSpMkLst>
        </pc:cxnChg>
      </pc:sldChg>
      <pc:sldChg chg="modSp add mod">
        <pc:chgData name="Bertrand Sara" userId="fd8debbe-bd22-4b52-a93a-e87102bba7eb" providerId="ADAL" clId="{28603045-2A4A-4903-9553-D5A126C3BE5E}" dt="2026-10-01T13:01:56.163" v="408" actId="20577"/>
        <pc:sldMkLst>
          <pc:docMk/>
          <pc:sldMk cId="2598512980" sldId="540"/>
        </pc:sldMkLst>
        <pc:spChg chg="mod">
          <ac:chgData name="Bertrand Sara" userId="fd8debbe-bd22-4b52-a93a-e87102bba7eb" providerId="ADAL" clId="{28603045-2A4A-4903-9553-D5A126C3BE5E}" dt="2026-10-01T13:01:56.163" v="408" actId="20577"/>
          <ac:spMkLst>
            <pc:docMk/>
            <pc:sldMk cId="2598512980" sldId="540"/>
            <ac:spMk id="2" creationId="{F1DE201F-95DD-634C-979E-1D6D5F23EE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64A8DC-C4AF-4652-AC32-ADFAD1738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47FE07-1509-4618-BFDD-2F2A07A12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83199F-26E1-4DB1-9CA8-7E8CED47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8972CB-BD9A-4995-92F2-5CC190BF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0CFE87-B16B-4990-9241-968139C6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436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E0A43-A785-43F0-8AA7-AC17391A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85E074-1D09-47C4-A46B-064D1B3C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640D95-E024-4ACF-95D4-78E3288C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D43D00-AD54-43BB-8A14-13A12C3F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467E55-6C86-4043-BBFB-E556A28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331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3D82C-E584-4782-931A-D51D73EA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127DEC-569E-438D-9D27-57F5BA6D4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A6EAB-7978-428A-BCCC-2035D003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D8126A-EF0E-41E0-8629-D6C6B7CB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CCED88-001B-4D14-BB72-1D848781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006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8DA14-A54C-4B6C-8BFD-6480D448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EBBF4F-1C1D-4B75-BCF6-827B12EB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3D5836-D4AE-4771-B4E8-FA427937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A8E883-F68A-46FF-A17F-BE871585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A726C6-D85A-4303-B69F-95C43747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20E401-FF19-4C9C-938F-23874992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61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CED65-165B-4F21-9346-DEEA150F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C55C23-F218-4028-82D4-26506EB7E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AA1FE5-6935-46E4-BAB5-F2102BA9D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925E6B-CC53-42AE-ABD6-24F6728EC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A9E9DA-B1D6-4260-82D4-5DD519120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4EF37AF-B11E-4861-8F3F-E7167F1D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1A84F1-A5F7-4393-BD31-E7FFCC74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911845-779A-4E9B-AA29-E6688FDC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976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417A0-29EC-4C25-ACD7-F57E45BF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55530-F545-40DA-B995-C8736F63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4A9854-DB18-4952-8D69-4FC903B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A72ACA-943A-4870-9C84-070A007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452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7955530-F545-40DA-B995-C8736F63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E4A9854-DB18-4952-8D69-4FC903B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A72ACA-943A-4870-9C84-070A007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815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3CFBE-0450-4DCB-A2A4-33530269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B87E0F-6A58-4F4B-8701-85A38AF3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D191F1-2C4A-4163-9CFC-9E355CBB2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D4F01F-3C8D-4081-A8D6-1080982C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8FC714-3204-4BCF-BE19-1C5F41D3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748F61-7DCD-44C1-B55E-46842A45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162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A1516-2FDA-4214-AD7B-304867BC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AB3FAF-630F-42F3-ACC3-86572AF5E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350950-C105-41DC-AE5B-8FD1234C5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119FC2-C928-42DD-8C06-688C404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5B4E9-BA30-4571-AB97-93CF700A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EA017F-EFBE-433E-A23D-28DB8298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321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405F9-9DFF-4742-9857-F192A455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7E0B7C-2D83-463E-8FBF-B5C189680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8AF828-D8A2-445A-9F05-B6C6E20E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E58E7C-83BF-4AD8-9C5D-C6119982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E92182-C482-4E0F-B08D-1366FDD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180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BE969EE-D58A-4102-801C-5E0126DD9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D73470-3533-4D82-9B78-D347A794D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558D78-E782-4B90-BA62-E390635F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380A4C-292A-49BF-8242-23B985F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B678AC-A9FC-4025-A2BA-C102B4D1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744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FE2A13-C523-CE95-E42B-E7E59CE11F31}"/>
              </a:ext>
            </a:extLst>
          </p:cNvPr>
          <p:cNvSpPr/>
          <p:nvPr userDrawn="1"/>
        </p:nvSpPr>
        <p:spPr>
          <a:xfrm>
            <a:off x="0" y="0"/>
            <a:ext cx="12192000" cy="967563"/>
          </a:xfrm>
          <a:prstGeom prst="rect">
            <a:avLst/>
          </a:prstGeom>
          <a:solidFill>
            <a:srgbClr val="0003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CA79C4C-2739-66DE-7EFF-F4E21E081D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4743" y="-136007"/>
            <a:ext cx="1247257" cy="12472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4E08AF1-8337-65F3-3DCE-CD408CA3EE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91650" y="63500"/>
            <a:ext cx="838200" cy="8382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94A373C-2F5B-5238-8422-8E80177729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509000" y="63500"/>
            <a:ext cx="838200" cy="8382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41154CB-499E-6637-9830-740E41E89C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0650" y="69850"/>
            <a:ext cx="838200" cy="838200"/>
          </a:xfrm>
          <a:prstGeom prst="rect">
            <a:avLst/>
          </a:prstGeom>
        </p:spPr>
      </p:pic>
      <p:sp>
        <p:nvSpPr>
          <p:cNvPr id="8" name="Titre 5">
            <a:extLst>
              <a:ext uri="{FF2B5EF4-FFF2-40B4-BE49-F238E27FC236}">
                <a16:creationId xmlns:a16="http://schemas.microsoft.com/office/drawing/2014/main" id="{73975D26-027F-2CE1-9F8C-1A0884BD9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83" y="186430"/>
            <a:ext cx="7856739" cy="63919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CA"/>
              <a:t>Insérer le titre</a:t>
            </a:r>
            <a:endParaRPr lang="fr-FR"/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FD01F8C-8F9E-464D-BB58-301869BB13B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3539" y="1190625"/>
            <a:ext cx="11555560" cy="521560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CA10D45B-DB8B-7BA7-3AC1-27E96D438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244" y="64062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FA6B4CC1-12E8-4C80-BEDD-3A32EB569454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403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239FE0-7C23-49D6-9493-47D4D11F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032DBC-96EA-4E25-A233-66395E3D7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442B95-01A5-48D3-BC5F-4DF713F26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2026-10-01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89C65C-841D-41BE-BA1A-DCEA6F77C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D1C6A3-3E42-4155-8258-05F0292F3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8EC9D-5697-4E5B-8ED7-1432B59ABEA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705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E201F-95DD-634C-979E-1D6D5F23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190500"/>
            <a:ext cx="8289925" cy="635000"/>
          </a:xfrm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fr-FR" sz="2400" b="1" err="1"/>
              <a:t>CorroborIA</a:t>
            </a:r>
            <a:r>
              <a:rPr lang="fr-FR" sz="2400" b="1"/>
              <a:t> – Détection automatique des écarts</a:t>
            </a:r>
          </a:p>
        </p:txBody>
      </p:sp>
      <p:sp>
        <p:nvSpPr>
          <p:cNvPr id="3" name="Card0">
            <a:extLst>
              <a:ext uri="{FF2B5EF4-FFF2-40B4-BE49-F238E27FC236}">
                <a16:creationId xmlns:a16="http://schemas.microsoft.com/office/drawing/2014/main" id="{47C8567E-E292-4E46-9264-12CE279897A5}"/>
              </a:ext>
            </a:extLst>
          </p:cNvPr>
          <p:cNvSpPr/>
          <p:nvPr/>
        </p:nvSpPr>
        <p:spPr>
          <a:xfrm>
            <a:off x="675640" y="2161540"/>
            <a:ext cx="2540000" cy="2159000"/>
          </a:xfrm>
          <a:prstGeom prst="round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CA"/>
          </a:p>
        </p:txBody>
      </p:sp>
      <p:sp>
        <p:nvSpPr>
          <p:cNvPr id="5" name="Label0">
            <a:extLst>
              <a:ext uri="{FF2B5EF4-FFF2-40B4-BE49-F238E27FC236}">
                <a16:creationId xmlns:a16="http://schemas.microsoft.com/office/drawing/2014/main" id="{0E96E60F-B4B2-446C-ABEB-7DE740E0C1A9}"/>
              </a:ext>
            </a:extLst>
          </p:cNvPr>
          <p:cNvSpPr txBox="1"/>
          <p:nvPr/>
        </p:nvSpPr>
        <p:spPr>
          <a:xfrm>
            <a:off x="675640" y="3380740"/>
            <a:ext cx="2540000" cy="692497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fr-CA" sz="1300" b="1">
                <a:solidFill>
                  <a:srgbClr val="000349"/>
                </a:solidFill>
              </a:rPr>
              <a:t>Système A</a:t>
            </a:r>
          </a:p>
          <a:p>
            <a:pPr algn="ctr"/>
            <a:r>
              <a:rPr lang="fr-CA" sz="1300" b="1">
                <a:solidFill>
                  <a:srgbClr val="000349"/>
                </a:solidFill>
              </a:rPr>
              <a:t>Système B</a:t>
            </a:r>
          </a:p>
          <a:p>
            <a:pPr algn="ctr"/>
            <a:r>
              <a:rPr lang="fr-CA" sz="1300" b="1">
                <a:solidFill>
                  <a:srgbClr val="000349"/>
                </a:solidFill>
              </a:rPr>
              <a:t>(2 extractions)</a:t>
            </a:r>
          </a:p>
        </p:txBody>
      </p:sp>
      <p:sp>
        <p:nvSpPr>
          <p:cNvPr id="6" name="Arrow0">
            <a:extLst>
              <a:ext uri="{FF2B5EF4-FFF2-40B4-BE49-F238E27FC236}">
                <a16:creationId xmlns:a16="http://schemas.microsoft.com/office/drawing/2014/main" id="{F06DA121-7B82-4BAD-B266-5CFCC0C2FCCC}"/>
              </a:ext>
            </a:extLst>
          </p:cNvPr>
          <p:cNvSpPr/>
          <p:nvPr/>
        </p:nvSpPr>
        <p:spPr>
          <a:xfrm>
            <a:off x="3215640" y="2987040"/>
            <a:ext cx="254000" cy="508000"/>
          </a:xfrm>
          <a:prstGeom prst="rightArrow">
            <a:avLst/>
          </a:prstGeom>
          <a:solidFill>
            <a:srgbClr val="1A12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CA"/>
          </a:p>
        </p:txBody>
      </p:sp>
      <p:sp>
        <p:nvSpPr>
          <p:cNvPr id="7" name="Card1">
            <a:extLst>
              <a:ext uri="{FF2B5EF4-FFF2-40B4-BE49-F238E27FC236}">
                <a16:creationId xmlns:a16="http://schemas.microsoft.com/office/drawing/2014/main" id="{ECD783EA-07FE-4C8D-BDA3-F96EAEB4B56E}"/>
              </a:ext>
            </a:extLst>
          </p:cNvPr>
          <p:cNvSpPr/>
          <p:nvPr/>
        </p:nvSpPr>
        <p:spPr>
          <a:xfrm>
            <a:off x="3469640" y="2161540"/>
            <a:ext cx="2540000" cy="2159000"/>
          </a:xfrm>
          <a:prstGeom prst="round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CA"/>
          </a:p>
        </p:txBody>
      </p:sp>
      <p:sp>
        <p:nvSpPr>
          <p:cNvPr id="8" name="Label1">
            <a:extLst>
              <a:ext uri="{FF2B5EF4-FFF2-40B4-BE49-F238E27FC236}">
                <a16:creationId xmlns:a16="http://schemas.microsoft.com/office/drawing/2014/main" id="{C158050A-E928-4CCD-B09F-F3D66132468F}"/>
              </a:ext>
            </a:extLst>
          </p:cNvPr>
          <p:cNvSpPr txBox="1"/>
          <p:nvPr/>
        </p:nvSpPr>
        <p:spPr>
          <a:xfrm>
            <a:off x="3469640" y="3380740"/>
            <a:ext cx="2540000" cy="492443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fr-CA" sz="1300" b="1">
                <a:solidFill>
                  <a:srgbClr val="000349"/>
                </a:solidFill>
              </a:rPr>
              <a:t>Comparaison
champ à champ</a:t>
            </a:r>
          </a:p>
        </p:txBody>
      </p:sp>
      <p:sp>
        <p:nvSpPr>
          <p:cNvPr id="9" name="Arrow1">
            <a:extLst>
              <a:ext uri="{FF2B5EF4-FFF2-40B4-BE49-F238E27FC236}">
                <a16:creationId xmlns:a16="http://schemas.microsoft.com/office/drawing/2014/main" id="{8BC5901A-288F-48A7-B47C-5F3ED0201BED}"/>
              </a:ext>
            </a:extLst>
          </p:cNvPr>
          <p:cNvSpPr/>
          <p:nvPr/>
        </p:nvSpPr>
        <p:spPr>
          <a:xfrm>
            <a:off x="6009640" y="2987040"/>
            <a:ext cx="254000" cy="508000"/>
          </a:xfrm>
          <a:prstGeom prst="rightArrow">
            <a:avLst/>
          </a:prstGeom>
          <a:solidFill>
            <a:srgbClr val="1A12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CA"/>
          </a:p>
        </p:txBody>
      </p:sp>
      <p:sp>
        <p:nvSpPr>
          <p:cNvPr id="10" name="Card2">
            <a:extLst>
              <a:ext uri="{FF2B5EF4-FFF2-40B4-BE49-F238E27FC236}">
                <a16:creationId xmlns:a16="http://schemas.microsoft.com/office/drawing/2014/main" id="{8127B422-2611-4C4B-A3B0-D5E2524CCDA9}"/>
              </a:ext>
            </a:extLst>
          </p:cNvPr>
          <p:cNvSpPr/>
          <p:nvPr/>
        </p:nvSpPr>
        <p:spPr>
          <a:xfrm>
            <a:off x="6263640" y="2161540"/>
            <a:ext cx="2540000" cy="2159000"/>
          </a:xfrm>
          <a:prstGeom prst="roundRect">
            <a:avLst/>
          </a:prstGeom>
          <a:solidFill>
            <a:srgbClr val="1A12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CA"/>
          </a:p>
        </p:txBody>
      </p:sp>
      <p:sp>
        <p:nvSpPr>
          <p:cNvPr id="11" name="Label2">
            <a:extLst>
              <a:ext uri="{FF2B5EF4-FFF2-40B4-BE49-F238E27FC236}">
                <a16:creationId xmlns:a16="http://schemas.microsoft.com/office/drawing/2014/main" id="{879D7C49-499B-463A-85B4-BE1B77F7B41B}"/>
              </a:ext>
            </a:extLst>
          </p:cNvPr>
          <p:cNvSpPr txBox="1"/>
          <p:nvPr/>
        </p:nvSpPr>
        <p:spPr>
          <a:xfrm>
            <a:off x="6263640" y="3380740"/>
            <a:ext cx="25400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fr-FR" sz="1300" b="1">
                <a:solidFill>
                  <a:srgbClr val="FFFFFF"/>
                </a:solidFill>
              </a:rPr>
              <a:t>Règles métier</a:t>
            </a:r>
          </a:p>
          <a:p>
            <a:pPr algn="ctr"/>
            <a:r>
              <a:rPr lang="fr-FR" sz="1300" b="1">
                <a:solidFill>
                  <a:srgbClr val="FFFFFF"/>
                </a:solidFill>
              </a:rPr>
              <a:t>+ IA</a:t>
            </a:r>
          </a:p>
        </p:txBody>
      </p:sp>
      <p:sp>
        <p:nvSpPr>
          <p:cNvPr id="12" name="Arrow2">
            <a:extLst>
              <a:ext uri="{FF2B5EF4-FFF2-40B4-BE49-F238E27FC236}">
                <a16:creationId xmlns:a16="http://schemas.microsoft.com/office/drawing/2014/main" id="{206A011D-6314-480E-B4B0-53542353512E}"/>
              </a:ext>
            </a:extLst>
          </p:cNvPr>
          <p:cNvSpPr/>
          <p:nvPr/>
        </p:nvSpPr>
        <p:spPr>
          <a:xfrm>
            <a:off x="8803640" y="2987040"/>
            <a:ext cx="254000" cy="508000"/>
          </a:xfrm>
          <a:prstGeom prst="rightArrow">
            <a:avLst/>
          </a:prstGeom>
          <a:solidFill>
            <a:srgbClr val="1A12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CA"/>
          </a:p>
        </p:txBody>
      </p:sp>
      <p:sp>
        <p:nvSpPr>
          <p:cNvPr id="13" name="Card3">
            <a:extLst>
              <a:ext uri="{FF2B5EF4-FFF2-40B4-BE49-F238E27FC236}">
                <a16:creationId xmlns:a16="http://schemas.microsoft.com/office/drawing/2014/main" id="{F4EEC255-49E5-41E9-84A5-1E0F5D346933}"/>
              </a:ext>
            </a:extLst>
          </p:cNvPr>
          <p:cNvSpPr/>
          <p:nvPr/>
        </p:nvSpPr>
        <p:spPr>
          <a:xfrm>
            <a:off x="9057640" y="2161540"/>
            <a:ext cx="2540000" cy="2159000"/>
          </a:xfrm>
          <a:prstGeom prst="round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CA"/>
          </a:p>
        </p:txBody>
      </p:sp>
      <p:sp>
        <p:nvSpPr>
          <p:cNvPr id="14" name="Label3">
            <a:extLst>
              <a:ext uri="{FF2B5EF4-FFF2-40B4-BE49-F238E27FC236}">
                <a16:creationId xmlns:a16="http://schemas.microsoft.com/office/drawing/2014/main" id="{004CD5AE-ACEF-4A74-93C4-D1F18C18B398}"/>
              </a:ext>
            </a:extLst>
          </p:cNvPr>
          <p:cNvSpPr txBox="1"/>
          <p:nvPr/>
        </p:nvSpPr>
        <p:spPr>
          <a:xfrm>
            <a:off x="9057640" y="3380740"/>
            <a:ext cx="2540000" cy="29238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fr-CA" sz="1300" b="1">
                <a:solidFill>
                  <a:srgbClr val="000349"/>
                </a:solidFill>
              </a:rPr>
              <a:t>Rapport d'anomalies</a:t>
            </a:r>
          </a:p>
        </p:txBody>
      </p:sp>
      <p:sp>
        <p:nvSpPr>
          <p:cNvPr id="15" name="Caption">
            <a:extLst>
              <a:ext uri="{FF2B5EF4-FFF2-40B4-BE49-F238E27FC236}">
                <a16:creationId xmlns:a16="http://schemas.microsoft.com/office/drawing/2014/main" id="{B2572F57-C403-4F76-A0C3-D729F3F142B8}"/>
              </a:ext>
            </a:extLst>
          </p:cNvPr>
          <p:cNvSpPr txBox="1"/>
          <p:nvPr/>
        </p:nvSpPr>
        <p:spPr>
          <a:xfrm>
            <a:off x="408940" y="4937023"/>
            <a:ext cx="11455400" cy="646331"/>
          </a:xfrm>
          <a:prstGeom prst="rect">
            <a:avLst/>
          </a:prstGeom>
          <a:noFill/>
        </p:spPr>
        <p:txBody>
          <a:bodyPr vertOverflow="overflow" vert="horz" wrap="square" rtlCol="0" anchor="t"/>
          <a:lstStyle/>
          <a:p>
            <a:pPr algn="ctr"/>
            <a:r>
              <a:rPr lang="fr-FR">
                <a:solidFill>
                  <a:srgbClr val="000349"/>
                </a:solidFill>
              </a:rPr>
              <a:t>Objectif : Classer automatiquement chaque écart avec une justification compréhensible, pour concentrer l'attention humaine sur les vraies anomalies.</a:t>
            </a:r>
            <a:endParaRPr lang="fr-CA">
              <a:solidFill>
                <a:srgbClr val="000349"/>
              </a:solidFill>
            </a:endParaRPr>
          </a:p>
        </p:txBody>
      </p:sp>
      <p:pic>
        <p:nvPicPr>
          <p:cNvPr id="19" name="Graphic 19" descr="Systèmes RH et Temp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0840" y="2390140"/>
            <a:ext cx="609600" cy="609600"/>
          </a:xfrm>
          <a:prstGeom prst="rect">
            <a:avLst/>
          </a:prstGeom>
        </p:spPr>
      </p:pic>
      <p:pic>
        <p:nvPicPr>
          <p:cNvPr id="20" name="Graphic 20" descr="Comparaison champ à cham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4840" y="2390140"/>
            <a:ext cx="609600" cy="609600"/>
          </a:xfrm>
          <a:prstGeom prst="rect">
            <a:avLst/>
          </a:prstGeom>
        </p:spPr>
      </p:pic>
      <p:pic>
        <p:nvPicPr>
          <p:cNvPr id="21" name="Graphic 21" descr="Règles métier et 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8840" y="2390140"/>
            <a:ext cx="609600" cy="609600"/>
          </a:xfrm>
          <a:prstGeom prst="rect">
            <a:avLst/>
          </a:prstGeom>
        </p:spPr>
      </p:pic>
      <p:pic>
        <p:nvPicPr>
          <p:cNvPr id="22" name="Graphic 22" descr="Rapport des vraies anomal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2840" y="2390140"/>
            <a:ext cx="609600" cy="609600"/>
          </a:xfrm>
          <a:prstGeom prst="rect">
            <a:avLst/>
          </a:prstGeom>
        </p:spPr>
      </p:pic>
      <p:sp>
        <p:nvSpPr>
          <p:cNvPr id="23" name="StoryTitle">
            <a:extLst>
              <a:ext uri="{FF2B5EF4-FFF2-40B4-BE49-F238E27FC236}">
                <a16:creationId xmlns:a16="http://schemas.microsoft.com/office/drawing/2014/main" id="{1C77FBE8-A5BA-4B85-A619-A5FE5F00155E}"/>
              </a:ext>
            </a:extLst>
          </p:cNvPr>
          <p:cNvSpPr txBox="1"/>
          <p:nvPr/>
        </p:nvSpPr>
        <p:spPr>
          <a:xfrm>
            <a:off x="408940" y="1221452"/>
            <a:ext cx="11455400" cy="90141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fr-FR" sz="2200" b="1">
                <a:solidFill>
                  <a:srgbClr val="000349"/>
                </a:solidFill>
              </a:rPr>
              <a:t>Distinguer une erreur réelle d'un écart justifié entre deux systèmes RH</a:t>
            </a:r>
          </a:p>
        </p:txBody>
      </p:sp>
    </p:spTree>
    <p:extLst>
      <p:ext uri="{BB962C8B-B14F-4D97-AF65-F5344CB8AC3E}">
        <p14:creationId xmlns:p14="http://schemas.microsoft.com/office/powerpoint/2010/main" val="25985129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59DE666-78A9-4124-94A2-CE71C2F793BB}">
  <we:reference id="f5f369e5-aa35-49d7-ad7b-638152ddb008" version="1.0.0.1" store="EXCatalog" storeType="EXCatalog"/>
  <we:alternateReferences>
    <we:reference id="WA200010001" version="1.0.0.1" store="fr-FR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503B88C-FB3D-4D38-9162-0DDBC4A006A3}">
  <we:reference id="11d7cf85-ae5a-43b8-bc58-1e1a151cce24" version="1.0.0.1" store="EXCatalog" storeType="EXCatalog"/>
  <we:alternateReferences>
    <we:reference id="WA200010725" version="1.0.0.1" store="fr-FR" storeType="OMEX"/>
  </we:alternateReferences>
  <we:properties>
    <we:property name="claude.fileId" value="&quot;999681b7-0d4d-41c9-aeb2-68255fbddfe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vrable_x0020_officiel xmlns="c756b4db-27d9-42b5-8078-48a001a70a5a">false</Livrable_x0020_officiel>
    <TaxKeywordTaxHTField xmlns="c756b4db-27d9-42b5-8078-48a001a70a5a">
      <Terms xmlns="http://schemas.microsoft.com/office/infopath/2007/PartnerControls"/>
    </TaxKeywordTaxHTField>
    <e5484c44306045c7a95e0379de46a298 xmlns="c756b4db-27d9-42b5-8078-48a001a70a5a">
      <Terms xmlns="http://schemas.microsoft.com/office/infopath/2007/PartnerControls"/>
    </e5484c44306045c7a95e0379de46a298>
    <TaxCatchAll xmlns="c756b4db-27d9-42b5-8078-48a001a70a5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9AC0138833AC4FBE1CD7F4CBB96909" ma:contentTypeVersion="16" ma:contentTypeDescription="Crée un document." ma:contentTypeScope="" ma:versionID="c354752afd4cd606bbc273b95c1e5431">
  <xsd:schema xmlns:xsd="http://www.w3.org/2001/XMLSchema" xmlns:xs="http://www.w3.org/2001/XMLSchema" xmlns:p="http://schemas.microsoft.com/office/2006/metadata/properties" xmlns:ns2="a1b4a567-edb4-4df9-a537-5715d70efd4d" xmlns:ns3="c756b4db-27d9-42b5-8078-48a001a70a5a" targetNamespace="http://schemas.microsoft.com/office/2006/metadata/properties" ma:root="true" ma:fieldsID="6ecba2a7db1ff4b1f99a15e99e25e3a6" ns2:_="" ns3:_="">
    <xsd:import namespace="a1b4a567-edb4-4df9-a537-5715d70efd4d"/>
    <xsd:import namespace="c756b4db-27d9-42b5-8078-48a001a70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e5484c44306045c7a95e0379de46a298" minOccurs="0"/>
                <xsd:element ref="ns3:TaxCatchAll" minOccurs="0"/>
                <xsd:element ref="ns3:Livrable_x0020_officiel" minOccurs="0"/>
                <xsd:element ref="ns3:TaxKeywordTaxHTField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b4a567-edb4-4df9-a537-5715d70efd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56b4db-27d9-42b5-8078-48a001a70a5a" elementFormDefault="qualified">
    <xsd:import namespace="http://schemas.microsoft.com/office/2006/documentManagement/types"/>
    <xsd:import namespace="http://schemas.microsoft.com/office/infopath/2007/PartnerControls"/>
    <xsd:element name="e5484c44306045c7a95e0379de46a298" ma:index="12" nillable="true" ma:taxonomy="true" ma:internalName="e5484c44306045c7a95e0379de46a298" ma:taxonomyFieldName="Type_x0020_de_x0020_livrable" ma:displayName="Type de livrable" ma:default="" ma:fieldId="{e5484c44-3060-45c7-a95e-0379de46a298}" ma:sspId="e6c4b7b1-b43d-4570-9696-5671ceb7b083" ma:termSetId="dd0642c0-5c40-4868-bcc6-f4eb04e1a1dc" ma:anchorId="a679bc63-beb5-4355-b490-50a67cda4212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5b73a381-0114-481e-98da-75eb49c7edee}" ma:internalName="TaxCatchAll" ma:showField="CatchAllData" ma:web="c756b4db-27d9-42b5-8078-48a001a70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ivrable_x0020_officiel" ma:index="14" nillable="true" ma:displayName="Livrable officiel" ma:default="0" ma:internalName="Livrable_x0020_officiel">
      <xsd:simpleType>
        <xsd:restriction base="dms:Boolean"/>
      </xsd:simpleType>
    </xsd:element>
    <xsd:element name="TaxKeywordTaxHTField" ma:index="16" nillable="true" ma:taxonomy="true" ma:internalName="TaxKeywordTaxHTField" ma:taxonomyFieldName="TaxKeyword" ma:displayName="Mots clés d’entreprise" ma:fieldId="{23f27201-bee3-471e-b2e7-b64fd8b7ca38}" ma:taxonomyMulti="true" ma:sspId="e6c4b7b1-b43d-4570-9696-5671ceb7b083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7E9057-C2E6-466E-89AF-33C22A8805A9}">
  <ds:schemaRefs>
    <ds:schemaRef ds:uri="a1b4a567-edb4-4df9-a537-5715d70efd4d"/>
    <ds:schemaRef ds:uri="c756b4db-27d9-42b5-8078-48a001a70a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9ADF50F-C4F5-4585-A4CC-7A719AFA38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74D6DC-A777-47E8-81C8-53A9FC52C794}">
  <ds:schemaRefs>
    <ds:schemaRef ds:uri="a1b4a567-edb4-4df9-a537-5715d70efd4d"/>
    <ds:schemaRef ds:uri="c756b4db-27d9-42b5-8078-48a001a70a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Thème Office</vt:lpstr>
      <vt:lpstr>CorroborIA – Détection automatique des écarts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2026-09-25T20:37:12Z</dcterms:created>
  <dcterms:modified xsi:type="dcterms:W3CDTF">2026-10-01T13:25:43Z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0x010100539AC0138833AC4FBE1CD7F4CBB96909</vt:lpwstr>
  </property>
  <property fmtid="{D5CDD505-2E9C-101B-9397-08002B2CF9AE}" pid="3" name="TaxKeyword">
    <vt:lpwstr/>
  </property>
  <property fmtid="{D5CDD505-2E9C-101B-9397-08002B2CF9AE}" pid="4" name="Type_x0020_de_x0020_livrable">
    <vt:lpwstr/>
  </property>
  <property fmtid="{D5CDD505-2E9C-101B-9397-08002B2CF9AE}" pid="5" name="Type de livrable">
    <vt:lpwstr/>
  </property>
</Properties>
</file>